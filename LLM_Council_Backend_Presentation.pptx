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LLM Council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A90E2"/>
                </a:solidFill>
              </a:defRPr>
            </a:pPr>
            <a:r>
              <a:t>A Multi-Agent AI Deliberation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What is LLM Council?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🎯 3-Stage Deliberation System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🤖 Multiple AI models collaborate to answer questions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🎭 Anonymous peer review prevents bias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✨ Higher quality answers than single models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Stage 1: First Opinions → Stage 2: Peer Review → Stage 3: Synthesis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Frontend (React) ←→ Backend (FastAPI) ←→ Groq API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📦 Backend Modules: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• config.py - Configuration &amp; model selection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• openrouter.py - Groq API client (async)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• council.py - Core 3-stage logic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• storage.py - JSON file persistence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• main.py - REST API endpoints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⚡ Key Technology: Async Python for parallel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The 3-Stage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Stage 1: First Opinions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• 4 diverse models answer independently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• Parallel execution (asyncio.gather)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• Graceful degradation if models fail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Stage 2: Peer Review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• Responses anonymized as 'Response A, B, C, D'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• Each model ranks all responses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• Aggregate rankings calculated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Stage 3: Synthesis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• Chairman model receives full context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• Synthesizes comprehensive final answer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Council Models (Groq API)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🦙 llama-3.3-70b-versatile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→ Most capable, comprehensive reasoning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⚡ llama-3.1-8b-instant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→ Fast, efficient, different perspective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🔬 llama-4-maverick-17b-128e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→ Mixture of experts architecture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🌏 qwen/qwen3-32b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→ Different training approach (Chinese)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Why diversity? Reduces bias, broader perspectives!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Key Code: Parallel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Async/await enables querying 4 models simultaneously: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⏱️ Sequential: 5 + 5 + 5 + 5 = 20 seconds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⚡ Parallel: max(5, 5, 5, 5) = 5 seconds (4x faster!)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0"/>
            <a:ext cx="7863840" cy="2286000"/>
          </a:xfrm>
          <a:prstGeom prst="rect">
            <a:avLst/>
          </a:prstGeom>
          <a:solidFill>
            <a:srgbClr val="F5F5F5"/>
          </a:solidFill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urier New"/>
              </a:defRPr>
            </a:pPr>
            <a:r>
              <a:t>async def query_models_parallel(models, messages):</a:t>
            </a:r>
          </a:p>
          <a:p>
            <a:r>
              <a:t>    tasks = [query_model(m, messages) for m in models]</a:t>
            </a:r>
          </a:p>
          <a:p>
            <a:r>
              <a:t>    responses = await asyncio.gather(*tasks)</a:t>
            </a:r>
          </a:p>
          <a:p>
            <a:r>
              <a:t>    return dict(zip(models, responses))</a:t>
            </a:r>
          </a:p>
          <a:p/>
          <a:p>
            <a:r>
              <a:t># Usage in Stage 1</a:t>
            </a:r>
          </a:p>
          <a:p>
            <a:r>
              <a:t>stage1 = await stage1_collect_responses(user_query)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Stage 2: Anonymous Peer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🎭 Problem: Models might favor their own family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(e.g., llama-3.3 favoring other Llama models)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✅ Solution: Anonymize responses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• Original: 'llama-3.3 says...'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• Anonymous: 'Response A says...'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📊 Aggregate Rankings: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• Each model ranks all responses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• Average rank position calculated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• Lower average = better consensus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🔓 De-anonymize only for final display to user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FastAPI REST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📡 Endpoints: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GET  /api/conversations - List all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POST /api/conversations - Create new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GET  /api/conversations/{id} - Get one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POST /api/conversations/{id}/message/stream - Send (SSE)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🔄 Server-Sent Events (SSE):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• Progressive updates as each stage completes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• Events: stage1_start, stage1_complete, ...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• Better UX than waiting 20 seconds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✨ Auto-generated docs at /docs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Performance &amp; Design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⚡ Optimizations: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• Async/await for non-blocking I/O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• Parallel API calls (asyncio.gather)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• Streaming responses for perceived speed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• Fast model for title generation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🛡️ Error Handling: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• Graceful degradation (continue if some models fail)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• Try-except at multiple levels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• Type validation with Pydantic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🏗️ Architecture: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• Separation of concerns (modular design)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• Relative imports within package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• Configuration centralized in config.py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✅ Multi-agent systems → Better than single models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✅ Anonymous peer review → Reduces bias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✅ Async Python → Essential for parallel I/O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✅ FastAPI → Modern, fast, type-safe web framework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✅ Graceful degradation → Resilient systems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📊 Results: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• ~15-25 seconds per question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• 10 API calls (1 title + 4 stage1 + 4 stage2 + 1 stage3)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  • Higher quality answers through collaboration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🚀 Live Demo: http://localhost:5173</a:t>
            </a:r>
          </a:p>
          <a:p>
            <a:pPr>
              <a:spcBef>
                <a:spcPts val="600"/>
              </a:spcBef>
              <a:defRPr sz="2000">
                <a:solidFill>
                  <a:srgbClr val="616161"/>
                </a:solidFill>
              </a:defRPr>
            </a:pPr>
            <a:r>
              <a:t>📚 Code: github.com/[your-repo]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